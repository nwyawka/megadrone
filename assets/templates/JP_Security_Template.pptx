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p_security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14400"/>
            <a:ext cx="3962095" cy="39620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F0E1"/>
                </a:solidFill>
              </a:defRPr>
            </a:pPr>
            <a:r>
              <a:t>[PRESENTATION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9A25C"/>
                </a:solidFill>
              </a:defRPr>
            </a:pPr>
            <a:r>
              <a:t>[Date] | [Presenter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9A25C"/>
                </a:solidFill>
              </a:defRPr>
            </a:pPr>
            <a:r>
              <a:t>UNCLASSIFIED // PROPRIETARY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p_security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0E1"/>
                </a:solidFill>
              </a:defRPr>
            </a:pPr>
            <a:r>
              <a:t>[Slide Title]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C9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F0E1"/>
                </a:solidFill>
              </a:defRPr>
            </a:pPr>
            <a:r>
              <a:t>[Slide content goes here...]</a:t>
            </a:r>
          </a:p>
          <a:p>
            <a:pPr>
              <a:defRPr sz="1800">
                <a:solidFill>
                  <a:srgbClr val="F5F0E1"/>
                </a:solidFill>
              </a:defRPr>
            </a:pPr>
            <a:r>
              <a:t>• First bullet point</a:t>
            </a:r>
          </a:p>
          <a:p>
            <a:pPr>
              <a:defRPr sz="1800">
                <a:solidFill>
                  <a:srgbClr val="F5F0E1"/>
                </a:solidFill>
              </a:defRPr>
            </a:pPr>
            <a:r>
              <a:t>• Second bullet point</a:t>
            </a:r>
          </a:p>
          <a:p>
            <a:pPr lvl="1">
              <a:defRPr sz="1600">
                <a:solidFill>
                  <a:srgbClr val="C9A25C"/>
                </a:solidFill>
              </a:defRPr>
            </a:pPr>
            <a:r>
              <a:t>    - Sub-bullet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9A25C"/>
                </a:solidFill>
              </a:defRPr>
            </a:pPr>
            <a:r>
              <a:t>JP Security | Fortis et Fidelis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9A25C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00800"/>
            <a:ext cx="48764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9A25C"/>
                </a:solidFill>
              </a:defRPr>
            </a:pPr>
            <a:r>
              <a:t>UNCLASSIFIED // PROPRIETARY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p_security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274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0E1"/>
                </a:solidFill>
              </a:defRPr>
            </a:pPr>
            <a:r>
              <a:t>[Two-Column Layout]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C9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25C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5F0E1"/>
                </a:solidFill>
              </a:defRPr>
            </a:pPr>
            <a:r>
              <a:t>[Content for left column...]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25C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5F0E1"/>
                </a:solidFill>
              </a:defRPr>
            </a:pPr>
            <a:r>
              <a:t>[Content for right column...]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9A25C"/>
                </a:solidFill>
              </a:defRPr>
            </a:pPr>
            <a:r>
              <a:t>JP Security | Fortis et Fidelis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00800"/>
            <a:ext cx="48764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9A25C"/>
                </a:solidFill>
              </a:defRPr>
            </a:pPr>
            <a:r>
              <a:t>UNCLASSIFIED // PROPRIETARY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9A2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